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presProps" Target="presProps.xml"  /><Relationship Id="rId5" Type="http://schemas.openxmlformats.org/officeDocument/2006/relationships/viewProps" Target="viewProps.xml"  /><Relationship Id="rId6" Type="http://schemas.openxmlformats.org/officeDocument/2006/relationships/theme" Target="theme/theme1.xml"  /><Relationship Id="rId7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77293"/>
            <a:ext cx="12192000" cy="6503412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418180" y="1736428"/>
            <a:ext cx="3392189" cy="2147867"/>
          </a:xfrm>
          <a:prstGeom prst="rect">
            <a:avLst/>
          </a:prstGeom>
          <a:solidFill>
            <a:schemeClr val="lt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1500"/>
              <a:t>그림 넣기</a:t>
            </a:r>
            <a:endParaRPr lang="ko-KR" altLang="en-US" sz="1500"/>
          </a:p>
          <a:p>
            <a:pPr lvl="0" algn="ctr">
              <a:defRPr/>
            </a:pPr>
            <a:endParaRPr lang="ko-KR" altLang="en-US" sz="1500"/>
          </a:p>
          <a:p>
            <a:pPr lvl="0">
              <a:defRPr/>
            </a:pPr>
            <a:r>
              <a:rPr lang="ko-KR" altLang="en-US" sz="1500"/>
              <a:t>임시로 넣은 사각형 윤곽은 지우고</a:t>
            </a:r>
            <a:r>
              <a:rPr lang="en-US" altLang="ko-KR" sz="1500"/>
              <a:t>,</a:t>
            </a:r>
            <a:r>
              <a:rPr lang="ko-KR" altLang="en-US" sz="1500"/>
              <a:t> 그림 넣고</a:t>
            </a:r>
            <a:r>
              <a:rPr lang="en-US" altLang="ko-KR" sz="1500"/>
              <a:t>,</a:t>
            </a:r>
            <a:r>
              <a:rPr lang="ko-KR" altLang="en-US" sz="1500"/>
              <a:t> 그림 아래에는 흐릿하게 처리</a:t>
            </a:r>
            <a:endParaRPr lang="ko-KR" altLang="en-US" sz="1500"/>
          </a:p>
          <a:p>
            <a:pPr lvl="0">
              <a:defRPr/>
            </a:pPr>
            <a:endParaRPr lang="ko-KR" altLang="en-US" sz="1500"/>
          </a:p>
          <a:p>
            <a:pPr lvl="0">
              <a:defRPr/>
            </a:pPr>
            <a:r>
              <a:rPr lang="ko-KR" altLang="en-US" sz="1500"/>
              <a:t>경로</a:t>
            </a:r>
            <a:endParaRPr lang="ko-KR" altLang="en-US" sz="1500"/>
          </a:p>
          <a:p>
            <a:pPr lvl="0">
              <a:defRPr/>
            </a:pPr>
            <a:r>
              <a:rPr lang="en-US" altLang="ko-KR" sz="1500"/>
              <a:t>C:\Users\USER\Desktop\myProject\StudioNx\studionx\characters\nyxi\poses\idk transparent.png</a:t>
            </a:r>
            <a:endParaRPr lang="en-US" altLang="ko-KR" sz="150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b="39139"/>
          <a:stretch>
            <a:fillRect/>
          </a:stretch>
        </p:blipFill>
        <p:spPr>
          <a:xfrm>
            <a:off x="4148239" y="1486996"/>
            <a:ext cx="3687202" cy="374010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783767342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57049"/>
            <a:ext cx="12192000" cy="66009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91663" y="801119"/>
            <a:ext cx="5255761" cy="5255761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6851196" y="1564821"/>
            <a:ext cx="5136697" cy="4136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" name="가로 글상자 7"/>
          <p:cNvSpPr txBox="1"/>
          <p:nvPr/>
        </p:nvSpPr>
        <p:spPr>
          <a:xfrm>
            <a:off x="2656554" y="3267774"/>
            <a:ext cx="3392189" cy="2369121"/>
          </a:xfrm>
          <a:prstGeom prst="rect">
            <a:avLst/>
          </a:prstGeom>
          <a:solidFill>
            <a:schemeClr val="lt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1500"/>
              <a:t>그림 넣기</a:t>
            </a:r>
            <a:endParaRPr lang="ko-KR" altLang="en-US" sz="1500"/>
          </a:p>
          <a:p>
            <a:pPr lvl="0" algn="ctr">
              <a:defRPr/>
            </a:pPr>
            <a:endParaRPr lang="ko-KR" altLang="en-US" sz="1500"/>
          </a:p>
          <a:p>
            <a:pPr lvl="0">
              <a:defRPr/>
            </a:pPr>
            <a:r>
              <a:rPr lang="ko-KR" altLang="en-US" sz="1500"/>
              <a:t>임시로 넣은 사각형 윤곽은 지우고</a:t>
            </a:r>
            <a:r>
              <a:rPr lang="en-US" altLang="ko-KR" sz="1500"/>
              <a:t>,</a:t>
            </a:r>
            <a:r>
              <a:rPr lang="ko-KR" altLang="en-US" sz="1500"/>
              <a:t> 그림 넣고</a:t>
            </a:r>
            <a:r>
              <a:rPr lang="en-US" altLang="ko-KR" sz="1500"/>
              <a:t>,</a:t>
            </a:r>
            <a:r>
              <a:rPr lang="ko-KR" altLang="en-US" sz="1500"/>
              <a:t> 그림 왼쪽에는 흐릿하게 처리</a:t>
            </a:r>
            <a:endParaRPr lang="ko-KR" altLang="en-US" sz="1500"/>
          </a:p>
          <a:p>
            <a:pPr lvl="0">
              <a:defRPr/>
            </a:pPr>
            <a:r>
              <a:rPr lang="en-US" altLang="ko-KR" sz="1500"/>
              <a:t>(</a:t>
            </a:r>
            <a:r>
              <a:rPr lang="ko-KR" altLang="en-US" sz="1500"/>
              <a:t>에러 페이지 모두 해당하는 것임</a:t>
            </a:r>
            <a:r>
              <a:rPr lang="en-US" altLang="ko-KR" sz="1500"/>
              <a:t>)</a:t>
            </a:r>
            <a:endParaRPr lang="en-US" altLang="ko-KR" sz="1500"/>
          </a:p>
          <a:p>
            <a:pPr lvl="0">
              <a:defRPr/>
            </a:pPr>
            <a:endParaRPr lang="ko-KR" altLang="en-US" sz="1500"/>
          </a:p>
          <a:p>
            <a:pPr lvl="0">
              <a:defRPr/>
            </a:pPr>
            <a:r>
              <a:rPr lang="ko-KR" altLang="en-US" sz="1500"/>
              <a:t>경로</a:t>
            </a:r>
            <a:endParaRPr lang="ko-KR" altLang="en-US" sz="1500"/>
          </a:p>
          <a:p>
            <a:pPr lvl="0">
              <a:defRPr/>
            </a:pPr>
            <a:r>
              <a:rPr lang="en-US" altLang="ko-KR" sz="1500"/>
              <a:t>C:\Users\USER\Desktop\myProject\StudioNx\studionx\characters\nyxi\poses\error transparent.png</a:t>
            </a:r>
            <a:endParaRPr lang="en-US" altLang="ko-KR" sz="1500"/>
          </a:p>
        </p:txBody>
      </p:sp>
    </p:spTree>
    <p:extLst>
      <p:ext uri="{BB962C8B-B14F-4D97-AF65-F5344CB8AC3E}">
        <p14:creationId xmlns:p14="http://schemas.microsoft.com/office/powerpoint/2010/main" val="4287176119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30</ep:Words>
  <ep:PresentationFormat>화면 슬라이드 쇼(4:3)</ep:PresentationFormat>
  <ep:Paragraphs>14</ep:Paragraphs>
  <ep:Slides>2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ep:HeadingPairs>
  <ep:TitlesOfParts>
    <vt:vector size="3" baseType="lpstr">
      <vt:lpstr>한컴오피스</vt:lpstr>
      <vt:lpstr>슬라이드 1</vt:lpstr>
      <vt:lpstr>슬라이드 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2026-10-14T07:26:57.479</dcterms:created>
  <dc:creator>USER</dc:creator>
  <cp:lastModifiedBy>USER</cp:lastModifiedBy>
  <dcterms:modified xsi:type="dcterms:W3CDTF">2026-10-14T07:38:51.073</dcterms:modified>
  <cp:revision>4</cp:revision>
  <cp:version>13.0.0.3901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