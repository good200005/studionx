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120" d="100"/>
          <a:sy n="12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3741" y="309685"/>
            <a:ext cx="11424518" cy="623862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539999" y="899583"/>
            <a:ext cx="7725833" cy="4799542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540000" y="899583"/>
            <a:ext cx="9268259" cy="5599642"/>
          </a:xfrm>
          <a:prstGeom prst="rect">
            <a:avLst/>
          </a:prstGeom>
          <a:noFill/>
          <a:ln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가로 글상자 7"/>
          <p:cNvSpPr txBox="1"/>
          <p:nvPr/>
        </p:nvSpPr>
        <p:spPr>
          <a:xfrm>
            <a:off x="3498848" y="3968750"/>
            <a:ext cx="6908803" cy="1074420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빨간색 네모의 영역을 노란색 네모 영역까지 꽉 채워야 함</a:t>
            </a:r>
            <a:r>
              <a:rPr lang="en-US" altLang="ko-KR" sz="1300"/>
              <a:t>(</a:t>
            </a:r>
            <a:r>
              <a:rPr lang="ko-KR" altLang="en-US" sz="1300"/>
              <a:t>그리고 기기에 따라 살짝 브라우저 크기가 달라질 것인데</a:t>
            </a:r>
            <a:r>
              <a:rPr lang="en-US" altLang="ko-KR" sz="1300"/>
              <a:t>,</a:t>
            </a:r>
            <a:r>
              <a:rPr lang="ko-KR" altLang="en-US" sz="1300"/>
              <a:t> 이에 상관 없이 꽉 채워져야 함</a:t>
            </a:r>
            <a:r>
              <a:rPr lang="en-US" altLang="ko-KR" sz="1300"/>
              <a:t>.</a:t>
            </a:r>
            <a:endParaRPr lang="en-US" altLang="ko-KR" sz="1300"/>
          </a:p>
          <a:p>
            <a:pPr lvl="0">
              <a:defRPr/>
            </a:pPr>
            <a:endParaRPr lang="en-US" altLang="ko-KR" sz="1300"/>
          </a:p>
          <a:p>
            <a:pPr lvl="0">
              <a:defRPr/>
            </a:pPr>
            <a:r>
              <a:rPr lang="ko-KR" altLang="en-US" sz="1300"/>
              <a:t>또한 트랙들의 경우는 마디를 드래그로 왼쪽이나 오른쪽으로 옮겨져야 하고</a:t>
            </a:r>
            <a:r>
              <a:rPr lang="en-US" altLang="ko-KR" sz="1300"/>
              <a:t>,</a:t>
            </a:r>
            <a:r>
              <a:rPr lang="ko-KR" altLang="en-US" sz="1300"/>
              <a:t> 패턴 역시 드래그앤 드롭으로 트랙에 놓고</a:t>
            </a:r>
            <a:r>
              <a:rPr lang="en-US" altLang="ko-KR" sz="1300"/>
              <a:t>,</a:t>
            </a:r>
            <a:r>
              <a:rPr lang="ko-KR" altLang="en-US" sz="1300"/>
              <a:t> 이동시킬 수 있어야 함</a:t>
            </a:r>
            <a:r>
              <a:rPr lang="en-US" altLang="ko-KR" sz="1300"/>
              <a:t>.</a:t>
            </a:r>
            <a:endParaRPr lang="en-US" altLang="ko-KR" sz="1300"/>
          </a:p>
        </p:txBody>
      </p:sp>
    </p:spTree>
    <p:extLst>
      <p:ext uri="{BB962C8B-B14F-4D97-AF65-F5344CB8AC3E}">
        <p14:creationId xmlns:p14="http://schemas.microsoft.com/office/powerpoint/2010/main" val="114889451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40</ep:Words>
  <ep:PresentationFormat>화면 슬라이드 쇼(4:3)</ep:PresentationFormat>
  <ep:Paragraphs>5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한컴오피스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2026-10-05T23:14:06.049</dcterms:created>
  <dc:creator>USER</dc:creator>
  <cp:lastModifiedBy>USER</cp:lastModifiedBy>
  <dcterms:modified xsi:type="dcterms:W3CDTF">2026-10-05T23:17:50.935</dcterms:modified>
  <cp:revision>1</cp:revision>
  <cp:version>13.0.0.3901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