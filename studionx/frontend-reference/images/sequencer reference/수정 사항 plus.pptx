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가로 글상자 7"/>
          <p:cNvSpPr txBox="1"/>
          <p:nvPr/>
        </p:nvSpPr>
        <p:spPr>
          <a:xfrm>
            <a:off x="641347" y="5202204"/>
            <a:ext cx="11013462" cy="1272891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트랙 부분 왼쪽의 부분의 오른쪽 끝보다 더 왼쪽에 플레이 바가 위치하게 된다면</a:t>
            </a:r>
            <a:r>
              <a:rPr lang="en-US" altLang="ko-KR" sz="1300"/>
              <a:t>,</a:t>
            </a:r>
            <a:r>
              <a:rPr lang="ko-KR" altLang="en-US" sz="1300"/>
              <a:t> 사라져야 함</a:t>
            </a:r>
            <a:r>
              <a:rPr lang="en-US" altLang="ko-KR" sz="1300"/>
              <a:t>.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플레이 바의 경우에는 플레이할 때 플레이 바는 고정한 채 트랙이 움직이는 방식인지</a:t>
            </a:r>
            <a:r>
              <a:rPr lang="en-US" altLang="ko-KR" sz="1300"/>
              <a:t>,</a:t>
            </a:r>
            <a:r>
              <a:rPr lang="ko-KR" altLang="en-US" sz="1300"/>
              <a:t> 트랙부분이 고정되고</a:t>
            </a:r>
            <a:r>
              <a:rPr lang="en-US" altLang="ko-KR" sz="1300"/>
              <a:t>,</a:t>
            </a:r>
            <a:r>
              <a:rPr lang="ko-KR" altLang="en-US" sz="1300"/>
              <a:t> 플레이바가 오른쪽으로 움직이는지를 결정할 수 있도록 해야 함</a:t>
            </a:r>
            <a:r>
              <a:rPr lang="en-US" altLang="ko-KR" sz="1300"/>
              <a:t>.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패턴 옮기기는 밑으로 가지 않도록 하고</a:t>
            </a:r>
            <a:r>
              <a:rPr lang="en-US" altLang="ko-KR" sz="1300"/>
              <a:t>(Ableton</a:t>
            </a:r>
            <a:r>
              <a:rPr lang="ko-KR" altLang="en-US" sz="1300"/>
              <a:t> 트랙 관리를 기초로 하므로</a:t>
            </a:r>
            <a:r>
              <a:rPr lang="en-US" altLang="ko-KR" sz="1300"/>
              <a:t>),</a:t>
            </a:r>
            <a:r>
              <a:rPr lang="ko-KR" altLang="en-US" sz="1300"/>
              <a:t> 양 옆으로 드래그해서 옮길 수 있도록 함</a:t>
            </a:r>
            <a:r>
              <a:rPr lang="en-US" altLang="ko-KR" sz="1300"/>
              <a:t>.</a:t>
            </a:r>
            <a:endParaRPr lang="en-US" altLang="ko-KR" sz="130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9697" y="966206"/>
            <a:ext cx="4914765" cy="380862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73790" y="966206"/>
            <a:ext cx="5517029" cy="4138671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640774" y="1010061"/>
            <a:ext cx="909375" cy="40948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89451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51</ep:Words>
  <ep:PresentationFormat>화면 슬라이드 쇼(4:3)</ep:PresentationFormat>
  <ep:Paragraphs>6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2026-10-05T23:14:06.049</dcterms:created>
  <dc:creator>USER</dc:creator>
  <cp:lastModifiedBy>USER</cp:lastModifiedBy>
  <dcterms:modified xsi:type="dcterms:W3CDTF">2026-10-05T23:32:56.563</dcterms:modified>
  <cp:revision>3</cp:revision>
  <cp:version>13.0.0.3901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