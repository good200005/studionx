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3403" y="621574"/>
            <a:ext cx="2594540" cy="561485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43403" y="3049134"/>
            <a:ext cx="2594540" cy="3187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6" name="화살표 5"/>
          <p:cNvCxnSpPr>
            <a:stCxn id="7" idx="1"/>
            <a:endCxn id="5" idx="3"/>
          </p:cNvCxnSpPr>
          <p:nvPr/>
        </p:nvCxnSpPr>
        <p:spPr>
          <a:xfrm rot="5400000">
            <a:off x="2760116" y="1800156"/>
            <a:ext cx="3420450" cy="226479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가로 글상자 6"/>
          <p:cNvSpPr txBox="1"/>
          <p:nvPr/>
        </p:nvSpPr>
        <p:spPr>
          <a:xfrm>
            <a:off x="5602741" y="979714"/>
            <a:ext cx="5984875" cy="48523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지그재그가 여전히 짤려</a:t>
            </a:r>
            <a:r>
              <a:rPr lang="en-US" altLang="ko-KR" sz="1300"/>
              <a:t>..</a:t>
            </a:r>
            <a:r>
              <a:rPr lang="ko-KR" altLang="en-US" sz="1300"/>
              <a:t> 이 장식의 사이즈 자체를 줄이고</a:t>
            </a:r>
            <a:r>
              <a:rPr lang="en-US" altLang="ko-KR" sz="1300"/>
              <a:t>,</a:t>
            </a:r>
            <a:r>
              <a:rPr lang="ko-KR" altLang="en-US" sz="1300"/>
              <a:t> 짤린 부분</a:t>
            </a:r>
            <a:r>
              <a:rPr lang="en-US" altLang="ko-KR" sz="1300"/>
              <a:t>(</a:t>
            </a:r>
            <a:r>
              <a:rPr lang="ko-KR" altLang="en-US" sz="1300"/>
              <a:t>푸른 선</a:t>
            </a:r>
            <a:r>
              <a:rPr lang="en-US" altLang="ko-KR" sz="1300"/>
              <a:t>)</a:t>
            </a:r>
            <a:r>
              <a:rPr lang="ko-KR" altLang="en-US" sz="1300"/>
              <a:t>도 살리도록 해서 사이즈를 초록색 사각형 정도로 줄이도록 해</a:t>
            </a:r>
            <a:r>
              <a:rPr lang="en-US" altLang="ko-KR" sz="1300"/>
              <a:t>.</a:t>
            </a:r>
            <a:endParaRPr lang="en-US" altLang="ko-KR" sz="1300"/>
          </a:p>
        </p:txBody>
      </p:sp>
      <p:cxnSp>
        <p:nvCxnSpPr>
          <p:cNvPr id="8" name="선 7"/>
          <p:cNvCxnSpPr/>
          <p:nvPr/>
        </p:nvCxnSpPr>
        <p:spPr>
          <a:xfrm rot="5400000" flipH="1" flipV="1">
            <a:off x="1116638" y="2827947"/>
            <a:ext cx="494683" cy="167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선 8"/>
          <p:cNvCxnSpPr/>
          <p:nvPr/>
        </p:nvCxnSpPr>
        <p:spPr>
          <a:xfrm rot="10800000">
            <a:off x="1447800" y="2664425"/>
            <a:ext cx="704335" cy="455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151811" y="3559748"/>
            <a:ext cx="2186131" cy="2676677"/>
          </a:xfrm>
          <a:prstGeom prst="rect">
            <a:avLst/>
          </a:prstGeom>
          <a:noFill/>
          <a:ln w="38100">
            <a:solidFill>
              <a:srgbClr val="289b6e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4412" y="2155125"/>
            <a:ext cx="3855016" cy="4384713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5464412" y="4219348"/>
            <a:ext cx="3855016" cy="1785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4" name="화살표 13"/>
          <p:cNvCxnSpPr>
            <a:stCxn id="15" idx="2"/>
            <a:endCxn id="13" idx="0"/>
          </p:cNvCxnSpPr>
          <p:nvPr/>
        </p:nvCxnSpPr>
        <p:spPr>
          <a:xfrm rot="5400000">
            <a:off x="7292623" y="2907267"/>
            <a:ext cx="1411378" cy="121278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5612265" y="1933264"/>
            <a:ext cx="5984876" cy="874706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모바일 버전의 </a:t>
            </a:r>
            <a:r>
              <a:rPr lang="en-US" altLang="ko-KR" sz="1300"/>
              <a:t>Who it’s for</a:t>
            </a:r>
            <a:r>
              <a:rPr lang="ko-KR" altLang="en-US" sz="1300"/>
              <a:t> 부분은 일러스트 넣을 공간을 없애도 돼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참고로 이건 다음 장의 </a:t>
            </a:r>
            <a:r>
              <a:rPr lang="en-US" altLang="ko-KR" sz="1300"/>
              <a:t>Features</a:t>
            </a:r>
            <a:r>
              <a:rPr lang="ko-KR" altLang="en-US" sz="1300"/>
              <a:t>에서의 스크린샷 넣을 공간을 모바일 버전에는 빼는 것과 같은거야</a:t>
            </a:r>
            <a:r>
              <a:rPr lang="en-US" altLang="ko-KR" sz="1300"/>
              <a:t>.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3968157021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9859" y="783743"/>
            <a:ext cx="11212282" cy="5290513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3504519" y="1070571"/>
            <a:ext cx="5984876" cy="680124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핵심 기능을 소개하는 곳</a:t>
            </a:r>
            <a:r>
              <a:rPr lang="en-US" altLang="ko-KR" sz="1300"/>
              <a:t>,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대표적인 </a:t>
            </a:r>
            <a:r>
              <a:rPr lang="en-US" altLang="ko-KR" sz="1300"/>
              <a:t>3</a:t>
            </a:r>
            <a:r>
              <a:rPr lang="ko-KR" altLang="en-US" sz="1300"/>
              <a:t>가지 특징적인 기능을 뽑아서 쓰면 돼</a:t>
            </a:r>
            <a:r>
              <a:rPr lang="en-US" altLang="ko-KR" sz="1300"/>
              <a:t>.</a:t>
            </a:r>
            <a:endParaRPr lang="en-US" altLang="ko-KR" sz="1300"/>
          </a:p>
        </p:txBody>
      </p:sp>
      <p:cxnSp>
        <p:nvCxnSpPr>
          <p:cNvPr id="7" name="선 6"/>
          <p:cNvCxnSpPr/>
          <p:nvPr/>
        </p:nvCxnSpPr>
        <p:spPr>
          <a:xfrm rot="16200000" flipH="1" flipV="1">
            <a:off x="2362981" y="3904695"/>
            <a:ext cx="3525862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"/>
          <p:cNvGrpSpPr/>
          <p:nvPr/>
        </p:nvGrpSpPr>
        <p:grpSpPr>
          <a:xfrm rot="0">
            <a:off x="910313" y="2170339"/>
            <a:ext cx="3027590" cy="3479347"/>
            <a:chOff x="910313" y="2170339"/>
            <a:chExt cx="3027590" cy="3479347"/>
          </a:xfrm>
        </p:grpSpPr>
        <p:sp>
          <p:nvSpPr>
            <p:cNvPr id="5" name="직사각형 4"/>
            <p:cNvSpPr/>
            <p:nvPr/>
          </p:nvSpPr>
          <p:spPr>
            <a:xfrm>
              <a:off x="910313" y="2170339"/>
              <a:ext cx="3027590" cy="3479347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5" name="가로 글상자 14"/>
            <p:cNvSpPr txBox="1"/>
            <p:nvPr/>
          </p:nvSpPr>
          <p:spPr>
            <a:xfrm>
              <a:off x="1028018" y="2337395"/>
              <a:ext cx="2803526" cy="1670725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300"/>
                <a:t>기능 소개</a:t>
              </a:r>
              <a:r>
                <a:rPr lang="en-US" altLang="ko-KR" sz="1300"/>
                <a:t>1</a:t>
              </a:r>
              <a:r>
                <a:rPr lang="ko-KR" altLang="en-US" sz="1300"/>
                <a:t>의 제목</a:t>
              </a: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내용</a:t>
              </a:r>
              <a:r>
                <a:rPr lang="en-US" altLang="ko-KR" sz="1300"/>
                <a:t>)</a:t>
              </a: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</p:txBody>
        </p:sp>
        <p:sp>
          <p:nvSpPr>
            <p:cNvPr id="16" name="가로 글상자 15"/>
            <p:cNvSpPr txBox="1"/>
            <p:nvPr/>
          </p:nvSpPr>
          <p:spPr>
            <a:xfrm>
              <a:off x="1028018" y="4073102"/>
              <a:ext cx="2803526" cy="1478068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300"/>
                <a:t>스크린샷</a:t>
              </a: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</p:txBody>
        </p:sp>
      </p:grpSp>
      <p:grpSp>
        <p:nvGrpSpPr>
          <p:cNvPr id="23" name="그룹 22"/>
          <p:cNvGrpSpPr/>
          <p:nvPr/>
        </p:nvGrpSpPr>
        <p:grpSpPr>
          <a:xfrm rot="0">
            <a:off x="4313921" y="2170339"/>
            <a:ext cx="3027590" cy="3479347"/>
            <a:chOff x="910313" y="2170339"/>
            <a:chExt cx="3027590" cy="3479347"/>
          </a:xfrm>
        </p:grpSpPr>
        <p:sp>
          <p:nvSpPr>
            <p:cNvPr id="24" name="직사각형 4"/>
            <p:cNvSpPr/>
            <p:nvPr/>
          </p:nvSpPr>
          <p:spPr>
            <a:xfrm>
              <a:off x="910313" y="2170339"/>
              <a:ext cx="3027590" cy="3479347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5" name="가로 글상자 14"/>
            <p:cNvSpPr txBox="1"/>
            <p:nvPr/>
          </p:nvSpPr>
          <p:spPr>
            <a:xfrm>
              <a:off x="1028018" y="2337395"/>
              <a:ext cx="2803526" cy="1670725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300"/>
                <a:t>기능 소개</a:t>
              </a:r>
              <a:r>
                <a:rPr lang="en-US" altLang="ko-KR" sz="1300"/>
                <a:t>2</a:t>
              </a:r>
              <a:r>
                <a:rPr lang="ko-KR" altLang="en-US" sz="1300"/>
                <a:t>의 제목</a:t>
              </a: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내용</a:t>
              </a:r>
              <a:r>
                <a:rPr lang="en-US" altLang="ko-KR" sz="1300"/>
                <a:t>)</a:t>
              </a: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</p:txBody>
        </p:sp>
        <p:sp>
          <p:nvSpPr>
            <p:cNvPr id="26" name="가로 글상자 15"/>
            <p:cNvSpPr txBox="1"/>
            <p:nvPr/>
          </p:nvSpPr>
          <p:spPr>
            <a:xfrm>
              <a:off x="1028018" y="4073102"/>
              <a:ext cx="2803526" cy="1478068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300"/>
                <a:t>스크린샷</a:t>
              </a: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</p:txBody>
        </p:sp>
      </p:grpSp>
      <p:cxnSp>
        <p:nvCxnSpPr>
          <p:cNvPr id="27" name="선 26"/>
          <p:cNvCxnSpPr/>
          <p:nvPr/>
        </p:nvCxnSpPr>
        <p:spPr>
          <a:xfrm rot="16200000" flipH="1" flipV="1">
            <a:off x="5766589" y="3904695"/>
            <a:ext cx="3525862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 rot="0">
            <a:off x="7717529" y="2170339"/>
            <a:ext cx="3027590" cy="3479347"/>
            <a:chOff x="910313" y="2170339"/>
            <a:chExt cx="3027590" cy="3479347"/>
          </a:xfrm>
        </p:grpSpPr>
        <p:sp>
          <p:nvSpPr>
            <p:cNvPr id="29" name="직사각형 4"/>
            <p:cNvSpPr/>
            <p:nvPr/>
          </p:nvSpPr>
          <p:spPr>
            <a:xfrm>
              <a:off x="910313" y="2170339"/>
              <a:ext cx="3027590" cy="3479347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0" name="가로 글상자 14"/>
            <p:cNvSpPr txBox="1"/>
            <p:nvPr/>
          </p:nvSpPr>
          <p:spPr>
            <a:xfrm>
              <a:off x="1028018" y="2337395"/>
              <a:ext cx="2803526" cy="1670725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300"/>
                <a:t>기능 소개</a:t>
              </a:r>
              <a:r>
                <a:rPr lang="en-US" altLang="ko-KR" sz="1300"/>
                <a:t>3</a:t>
              </a:r>
              <a:r>
                <a:rPr lang="ko-KR" altLang="en-US" sz="1300"/>
                <a:t>의 제목</a:t>
              </a: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내용</a:t>
              </a:r>
              <a:r>
                <a:rPr lang="en-US" altLang="ko-KR" sz="1300"/>
                <a:t>)</a:t>
              </a: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  <a:p>
              <a:pPr lvl="0">
                <a:defRPr/>
              </a:pPr>
              <a:endParaRPr lang="en-US" altLang="ko-KR" sz="1300"/>
            </a:p>
          </p:txBody>
        </p:sp>
        <p:sp>
          <p:nvSpPr>
            <p:cNvPr id="31" name="가로 글상자 15"/>
            <p:cNvSpPr txBox="1"/>
            <p:nvPr/>
          </p:nvSpPr>
          <p:spPr>
            <a:xfrm>
              <a:off x="1028018" y="4073102"/>
              <a:ext cx="2803526" cy="1478068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300"/>
                <a:t>스크린샷</a:t>
              </a: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  <a:p>
              <a:pPr lvl="0">
                <a:defRPr/>
              </a:pPr>
              <a:endParaRPr lang="ko-KR" altLang="en-US" sz="1300"/>
            </a:p>
          </p:txBody>
        </p:sp>
      </p:grpSp>
    </p:spTree>
    <p:extLst>
      <p:ext uri="{BB962C8B-B14F-4D97-AF65-F5344CB8AC3E}">
        <p14:creationId xmlns:p14="http://schemas.microsoft.com/office/powerpoint/2010/main" val="364781311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64</ep:Words>
  <ep:PresentationFormat>화면 슬라이드 쇼(4:3)</ep:PresentationFormat>
  <ep:Paragraphs>10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2026-10-02T05:47:23.149</dcterms:created>
  <dc:creator>User</dc:creator>
  <cp:lastModifiedBy>User</cp:lastModifiedBy>
  <dcterms:modified xsi:type="dcterms:W3CDTF">2026-10-02T05:58:58.623</dcterms:modified>
  <cp:revision>4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