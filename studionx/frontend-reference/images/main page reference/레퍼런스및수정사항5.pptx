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presProps" Target="presProps.xml"  /><Relationship Id="rId8" Type="http://schemas.openxmlformats.org/officeDocument/2006/relationships/viewProps" Target="viewProps.xml"  /><Relationship Id="rId9" Type="http://schemas.openxmlformats.org/officeDocument/2006/relationships/theme" Target="theme/theme1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11170" y="682484"/>
            <a:ext cx="7969660" cy="549303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11170" y="1523999"/>
            <a:ext cx="7969660" cy="46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5078400" y="770220"/>
            <a:ext cx="5249029" cy="285150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Service</a:t>
            </a:r>
            <a:r>
              <a:rPr lang="ko-KR" altLang="en-US" sz="1300"/>
              <a:t> 단</a:t>
            </a:r>
            <a:r>
              <a:rPr lang="en-US" altLang="ko-KR" sz="1300"/>
              <a:t>,</a:t>
            </a:r>
            <a:r>
              <a:rPr lang="ko-KR" altLang="en-US" sz="1300"/>
              <a:t> 오른쪽</a:t>
            </a:r>
            <a:r>
              <a:rPr lang="en-US" altLang="ko-KR" sz="1300"/>
              <a:t>,</a:t>
            </a:r>
            <a:r>
              <a:rPr lang="ko-KR" altLang="en-US" sz="1300"/>
              <a:t> </a:t>
            </a:r>
            <a:r>
              <a:rPr lang="en-US" altLang="ko-KR" sz="1300"/>
              <a:t>width</a:t>
            </a:r>
            <a:r>
              <a:rPr lang="ko-KR" altLang="en-US" sz="1300"/>
              <a:t>가 </a:t>
            </a:r>
            <a:r>
              <a:rPr lang="en-US" altLang="ko-KR" sz="1300"/>
              <a:t>3</a:t>
            </a:r>
            <a:r>
              <a:rPr lang="ko-KR" altLang="en-US" sz="1300"/>
              <a:t>등분 아닌 것 같으므로</a:t>
            </a:r>
            <a:r>
              <a:rPr lang="en-US" altLang="ko-KR" sz="1300"/>
              <a:t>,</a:t>
            </a:r>
            <a:r>
              <a:rPr lang="ko-KR" altLang="en-US" sz="1300"/>
              <a:t> 고칠 것</a:t>
            </a:r>
            <a:endParaRPr lang="ko-KR" altLang="en-US" sz="1300"/>
          </a:p>
        </p:txBody>
      </p:sp>
      <p:cxnSp>
        <p:nvCxnSpPr>
          <p:cNvPr id="7" name="화살표 6"/>
          <p:cNvCxnSpPr>
            <a:endCxn id="5" idx="0"/>
          </p:cNvCxnSpPr>
          <p:nvPr/>
        </p:nvCxnSpPr>
        <p:spPr>
          <a:xfrm rot="10800000" flipV="1">
            <a:off x="6096000" y="1055370"/>
            <a:ext cx="1524684" cy="46862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8688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4147" y="704308"/>
            <a:ext cx="11443706" cy="544938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2861" y="1523999"/>
            <a:ext cx="11286278" cy="46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5078400" y="770220"/>
            <a:ext cx="6866224" cy="285150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300"/>
              <a:t>feature</a:t>
            </a:r>
            <a:r>
              <a:rPr lang="ko-KR" altLang="en-US" sz="1300"/>
              <a:t> 단 역시 </a:t>
            </a:r>
            <a:r>
              <a:rPr lang="en-US" altLang="ko-KR" sz="1300"/>
              <a:t>width</a:t>
            </a:r>
            <a:r>
              <a:rPr lang="ko-KR" altLang="en-US" sz="1300"/>
              <a:t> </a:t>
            </a:r>
            <a:r>
              <a:rPr lang="en-US" altLang="ko-KR" sz="1300"/>
              <a:t>3</a:t>
            </a:r>
            <a:r>
              <a:rPr lang="ko-KR" altLang="en-US" sz="1300"/>
              <a:t>등분으로 되어 있는지 확인하고</a:t>
            </a:r>
            <a:r>
              <a:rPr lang="en-US" altLang="ko-KR" sz="1300"/>
              <a:t>,</a:t>
            </a:r>
            <a:r>
              <a:rPr lang="ko-KR" altLang="en-US" sz="1300"/>
              <a:t> 안 되어 있으면 고칠 것</a:t>
            </a:r>
            <a:endParaRPr lang="en-US" altLang="ko-KR" sz="1300"/>
          </a:p>
        </p:txBody>
      </p:sp>
      <p:cxnSp>
        <p:nvCxnSpPr>
          <p:cNvPr id="7" name="화살표 6"/>
          <p:cNvCxnSpPr>
            <a:stCxn id="6" idx="2"/>
            <a:endCxn id="5" idx="0"/>
          </p:cNvCxnSpPr>
          <p:nvPr/>
        </p:nvCxnSpPr>
        <p:spPr>
          <a:xfrm rot="10800000" flipV="1">
            <a:off x="6096000" y="1055370"/>
            <a:ext cx="2415511" cy="46862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42981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7248" y="594003"/>
            <a:ext cx="11657504" cy="566999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52861" y="1523999"/>
            <a:ext cx="11286278" cy="46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6" name="화살표 5"/>
          <p:cNvCxnSpPr>
            <a:stCxn id="7" idx="2"/>
          </p:cNvCxnSpPr>
          <p:nvPr/>
        </p:nvCxnSpPr>
        <p:spPr>
          <a:xfrm rot="10800000" flipV="1">
            <a:off x="6095983" y="798195"/>
            <a:ext cx="1089565" cy="72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가로 글상자 6"/>
          <p:cNvSpPr txBox="1"/>
          <p:nvPr/>
        </p:nvSpPr>
        <p:spPr>
          <a:xfrm>
            <a:off x="5414172" y="509824"/>
            <a:ext cx="3542752" cy="28837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없으면 다음 슬라이드와 같이 고칠 것</a:t>
            </a:r>
            <a:r>
              <a:rPr lang="en-US" altLang="ko-KR" sz="1300"/>
              <a:t>.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1408008085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7248" y="594003"/>
            <a:ext cx="11657504" cy="5669992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52861" y="2921913"/>
            <a:ext cx="11286278" cy="18981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cxnSp>
        <p:nvCxnSpPr>
          <p:cNvPr id="10" name="화살표 9"/>
          <p:cNvCxnSpPr>
            <a:stCxn id="11" idx="2"/>
            <a:endCxn id="9" idx="0"/>
          </p:cNvCxnSpPr>
          <p:nvPr/>
        </p:nvCxnSpPr>
        <p:spPr>
          <a:xfrm rot="5400000">
            <a:off x="6032894" y="1943999"/>
            <a:ext cx="1041021" cy="9148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가로 글상자 10"/>
          <p:cNvSpPr txBox="1"/>
          <p:nvPr/>
        </p:nvSpPr>
        <p:spPr>
          <a:xfrm>
            <a:off x="5400467" y="1592521"/>
            <a:ext cx="3220684" cy="288371"/>
          </a:xfrm>
          <a:prstGeom prst="rect">
            <a:avLst/>
          </a:prstGeom>
          <a:solidFill>
            <a:schemeClr val="lt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지우고</a:t>
            </a:r>
            <a:r>
              <a:rPr lang="en-US" altLang="ko-KR" sz="1300"/>
              <a:t>,</a:t>
            </a:r>
            <a:r>
              <a:rPr lang="ko-KR" altLang="en-US" sz="1300"/>
              <a:t> 다음 장의 화면으로 바꿀 것</a:t>
            </a:r>
            <a:r>
              <a:rPr lang="en-US" altLang="ko-KR" sz="1300"/>
              <a:t>.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403143344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7248" y="594003"/>
            <a:ext cx="11657504" cy="5669992"/>
          </a:xfrm>
          <a:prstGeom prst="rect">
            <a:avLst/>
          </a:prstGeom>
        </p:spPr>
      </p:pic>
      <p:grpSp>
        <p:nvGrpSpPr>
          <p:cNvPr id="14" name=""/>
          <p:cNvGrpSpPr/>
          <p:nvPr/>
        </p:nvGrpSpPr>
        <p:grpSpPr>
          <a:xfrm rot="0">
            <a:off x="3748922" y="1750133"/>
            <a:ext cx="4694156" cy="3857968"/>
            <a:chOff x="3748922" y="1530853"/>
            <a:chExt cx="4694156" cy="3857968"/>
          </a:xfrm>
        </p:grpSpPr>
        <p:sp>
          <p:nvSpPr>
            <p:cNvPr id="9" name="직사각형 8"/>
            <p:cNvSpPr/>
            <p:nvPr/>
          </p:nvSpPr>
          <p:spPr>
            <a:xfrm>
              <a:off x="3748922" y="1530853"/>
              <a:ext cx="4694156" cy="2973992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>
                  <a:solidFill>
                    <a:schemeClr val="tx1"/>
                  </a:solidFill>
                </a:rPr>
                <a:t>일러스트</a:t>
              </a:r>
              <a:endParaRPr lang="ko-KR" altLang="en-US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(PixAI</a:t>
              </a:r>
              <a:r>
                <a:rPr lang="ko-KR" altLang="en-US">
                  <a:solidFill>
                    <a:schemeClr val="tx1"/>
                  </a:solidFill>
                </a:rPr>
                <a:t>에서 만들 예정</a:t>
              </a:r>
              <a:r>
                <a:rPr lang="en-US" altLang="ko-KR">
                  <a:solidFill>
                    <a:schemeClr val="tx1"/>
                  </a:solidFill>
                </a:rPr>
                <a:t>)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748922" y="4635044"/>
              <a:ext cx="4694156" cy="753778"/>
            </a:xfrm>
            <a:prstGeom prst="rect">
              <a:avLst/>
            </a:prstGeom>
            <a:solidFill>
              <a:schemeClr val="lt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&lt;</a:t>
              </a:r>
              <a:r>
                <a:rPr lang="ko-KR" altLang="en-US">
                  <a:solidFill>
                    <a:schemeClr val="tx1"/>
                  </a:solidFill>
                </a:rPr>
                <a:t>문구</a:t>
              </a:r>
              <a:r>
                <a:rPr lang="en-US" altLang="ko-KR">
                  <a:solidFill>
                    <a:schemeClr val="tx1"/>
                  </a:solidFill>
                </a:rPr>
                <a:t>&gt;</a:t>
              </a:r>
              <a:endParaRPr lang="en-US" altLang="ko-KR">
                <a:solidFill>
                  <a:schemeClr val="tx1"/>
                </a:solidFill>
              </a:endParaRPr>
            </a:p>
            <a:p>
              <a:pPr lvl="0" algn="ctr">
                <a:defRPr/>
              </a:pPr>
              <a:r>
                <a:rPr lang="en-US" altLang="ko-KR">
                  <a:solidFill>
                    <a:schemeClr val="tx1"/>
                  </a:solidFill>
                </a:rPr>
                <a:t>No notes yet. Check back soon.</a:t>
              </a:r>
              <a:endParaRPr lang="en-US" altLang="ko-K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3788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44</ep:Words>
  <ep:PresentationFormat>화면 슬라이드 쇼(4:3)</ep:PresentationFormat>
  <ep:Paragraphs>8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한컴오피스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2026-10-13T03:05:08.298</dcterms:created>
  <dc:creator>USER</dc:creator>
  <cp:lastModifiedBy>USER</cp:lastModifiedBy>
  <dcterms:modified xsi:type="dcterms:W3CDTF">2026-10-13T03:12:05.589</dcterms:modified>
  <cp:revision>1</cp:revision>
  <cp:version>13.0.0.3901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