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0832" y="294612"/>
            <a:ext cx="5893103" cy="356888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18652" y="2638173"/>
            <a:ext cx="5296172" cy="356888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730976" y="1894036"/>
            <a:ext cx="3323440" cy="1315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438189" y="4655602"/>
            <a:ext cx="4913225" cy="1315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1197" y="4169072"/>
            <a:ext cx="4454136" cy="251487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174722" y="3803063"/>
            <a:ext cx="672951" cy="366009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형식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47673" y="4354090"/>
            <a:ext cx="3624951" cy="671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600">
                <a:solidFill>
                  <a:schemeClr val="tx1"/>
                </a:solidFill>
              </a:rPr>
              <a:t>Main Message(</a:t>
            </a:r>
            <a:r>
              <a:rPr lang="ko-KR" altLang="en-US" sz="1600">
                <a:solidFill>
                  <a:schemeClr val="tx1"/>
                </a:solidFill>
              </a:rPr>
              <a:t>메인 폰트 </a:t>
            </a:r>
            <a:r>
              <a:rPr lang="en-US" altLang="ko-KR" sz="1600">
                <a:solidFill>
                  <a:schemeClr val="tx1"/>
                </a:solidFill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</a:t>
            </a:r>
            <a:r>
              <a:rPr lang="en-US" altLang="ko-KR" sz="1600">
                <a:solidFill>
                  <a:schemeClr val="tx1"/>
                </a:solidFill>
              </a:rPr>
              <a:t>Make your noise</a:t>
            </a:r>
            <a:r>
              <a:rPr lang="ko-KR" altLang="en-US" sz="1600">
                <a:solidFill>
                  <a:schemeClr val="tx1"/>
                </a:solidFill>
              </a:rPr>
              <a:t>의 폰트나 </a:t>
            </a:r>
            <a:r>
              <a:rPr lang="en-US" altLang="ko-KR" sz="1600">
                <a:solidFill>
                  <a:schemeClr val="tx1"/>
                </a:solidFill>
              </a:rPr>
              <a:t>Sign in </a:t>
            </a:r>
            <a:r>
              <a:rPr lang="ko-KR" altLang="en-US" sz="1600">
                <a:solidFill>
                  <a:schemeClr val="tx1"/>
                </a:solidFill>
              </a:rPr>
              <a:t>등의 폰트</a:t>
            </a:r>
            <a:r>
              <a:rPr lang="en-US" altLang="ko-KR" sz="1600">
                <a:solidFill>
                  <a:schemeClr val="tx1"/>
                </a:solidFill>
              </a:rPr>
              <a:t>)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47673" y="5210653"/>
            <a:ext cx="3624951" cy="520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Main Message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832028" y="5916461"/>
            <a:ext cx="1812475" cy="520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확인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가로 글상자 5"/>
          <p:cNvSpPr txBox="1"/>
          <p:nvPr/>
        </p:nvSpPr>
        <p:spPr>
          <a:xfrm>
            <a:off x="6274154" y="294611"/>
            <a:ext cx="5914036" cy="2008534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Email</a:t>
            </a:r>
            <a:r>
              <a:rPr lang="ko-KR" altLang="en-US"/>
              <a:t> 등을 입력하지 않거나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유효한 형식이 나오면 기존에는 캡쳐와 같이</a:t>
            </a:r>
            <a:endParaRPr lang="ko-KR" altLang="en-US"/>
          </a:p>
          <a:p>
            <a:pPr lvl="0">
              <a:defRPr/>
            </a:pPr>
            <a:r>
              <a:rPr lang="ko-KR" altLang="en-US" strike="sngStrike"/>
              <a:t>쓰레기같은 </a:t>
            </a:r>
            <a:r>
              <a:rPr lang="ko-KR" altLang="en-US"/>
              <a:t>기본 브라우저 </a:t>
            </a:r>
            <a:r>
              <a:rPr lang="en-US" altLang="ko-KR"/>
              <a:t>alert</a:t>
            </a:r>
            <a:r>
              <a:rPr lang="ko-KR" altLang="en-US"/>
              <a:t> 란이 뜸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SweetAlert</a:t>
            </a:r>
            <a:r>
              <a:rPr lang="ko-KR" altLang="en-US"/>
              <a:t>를 활용해서 고칠 것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색감 및 폰트는 기존 </a:t>
            </a:r>
            <a:r>
              <a:rPr lang="en-US" altLang="ko-KR"/>
              <a:t>home.html</a:t>
            </a:r>
            <a:r>
              <a:rPr lang="ko-KR" altLang="en-US"/>
              <a:t>의 분위기에 맞게 할 것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=&gt;</a:t>
            </a:r>
            <a:r>
              <a:rPr lang="ko-KR" altLang="en-US"/>
              <a:t> </a:t>
            </a:r>
            <a:r>
              <a:rPr lang="en-US" altLang="ko-KR"/>
              <a:t>Prompt</a:t>
            </a:r>
            <a:r>
              <a:rPr lang="ko-KR" altLang="en-US"/>
              <a:t> 및 </a:t>
            </a:r>
            <a:r>
              <a:rPr lang="en-US" altLang="ko-KR"/>
              <a:t>Confirm</a:t>
            </a:r>
            <a:r>
              <a:rPr lang="ko-KR" altLang="en-US"/>
              <a:t> 창 형식도 </a:t>
            </a:r>
            <a:r>
              <a:rPr lang="en-US" altLang="ko-KR"/>
              <a:t>SweetAlert</a:t>
            </a:r>
            <a:r>
              <a:rPr lang="ko-KR" altLang="en-US"/>
              <a:t> 형식에 맞출것</a:t>
            </a:r>
            <a:r>
              <a:rPr lang="en-US" altLang="ko-KR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789348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49</ep:Words>
  <ep:PresentationFormat>화면 슬라이드 쇼(4:3)</ep:PresentationFormat>
  <ep:Paragraphs>14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2026-10-07T04:44:24.037</dcterms:created>
  <dc:creator>USER</dc:creator>
  <cp:lastModifiedBy>USER</cp:lastModifiedBy>
  <dcterms:modified xsi:type="dcterms:W3CDTF">2026-10-07T04:49:56.725</dcterms:modified>
  <cp:revision>1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