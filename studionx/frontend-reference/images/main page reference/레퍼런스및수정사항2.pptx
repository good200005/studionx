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>
        <p:scale>
          <a:sx n="80" d="100"/>
          <a:sy n="8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가로 글상자 3"/>
          <p:cNvSpPr txBox="1"/>
          <p:nvPr/>
        </p:nvSpPr>
        <p:spPr>
          <a:xfrm>
            <a:off x="205015" y="204305"/>
            <a:ext cx="4710719" cy="51769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800"/>
              <a:t>이전 생성에서의 수정 </a:t>
            </a:r>
            <a:r>
              <a:rPr lang="en-US" altLang="ko-KR" sz="2800"/>
              <a:t>1</a:t>
            </a:r>
            <a:endParaRPr lang="en-US" altLang="ko-KR" sz="28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48708" y="793750"/>
            <a:ext cx="9294584" cy="5809115"/>
          </a:xfrm>
          <a:prstGeom prst="rect">
            <a:avLst/>
          </a:prstGeom>
        </p:spPr>
      </p:pic>
      <p:cxnSp>
        <p:nvCxnSpPr>
          <p:cNvPr id="9" name="화살표 9"/>
          <p:cNvCxnSpPr>
            <a:endCxn id="18" idx="1"/>
          </p:cNvCxnSpPr>
          <p:nvPr/>
        </p:nvCxnSpPr>
        <p:spPr>
          <a:xfrm rot="5400000" flipH="1" flipV="1">
            <a:off x="4842729" y="2948469"/>
            <a:ext cx="1201559" cy="115650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선 9"/>
          <p:cNvCxnSpPr/>
          <p:nvPr/>
        </p:nvCxnSpPr>
        <p:spPr>
          <a:xfrm rot="5400000" flipH="1" flipV="1">
            <a:off x="4122183" y="2357789"/>
            <a:ext cx="2671534" cy="1185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선 10"/>
          <p:cNvCxnSpPr/>
          <p:nvPr/>
        </p:nvCxnSpPr>
        <p:spPr>
          <a:xfrm rot="5400000" flipH="1" flipV="1">
            <a:off x="1471398" y="1723809"/>
            <a:ext cx="3492497" cy="1632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선 11"/>
          <p:cNvCxnSpPr/>
          <p:nvPr/>
        </p:nvCxnSpPr>
        <p:spPr>
          <a:xfrm rot="10800000">
            <a:off x="6050641" y="1614701"/>
            <a:ext cx="3842660" cy="1458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선 12"/>
          <p:cNvCxnSpPr/>
          <p:nvPr/>
        </p:nvCxnSpPr>
        <p:spPr>
          <a:xfrm rot="10800000">
            <a:off x="6405563" y="793750"/>
            <a:ext cx="2509382" cy="961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선 13"/>
          <p:cNvCxnSpPr/>
          <p:nvPr/>
        </p:nvCxnSpPr>
        <p:spPr>
          <a:xfrm rot="5400000" flipH="1" flipV="1">
            <a:off x="8641765" y="1066899"/>
            <a:ext cx="961120" cy="414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선 14"/>
          <p:cNvCxnSpPr/>
          <p:nvPr/>
        </p:nvCxnSpPr>
        <p:spPr>
          <a:xfrm rot="5400000">
            <a:off x="9418657" y="1808182"/>
            <a:ext cx="1739899" cy="790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화살표 9"/>
          <p:cNvCxnSpPr>
            <a:stCxn id="20" idx="0"/>
          </p:cNvCxnSpPr>
          <p:nvPr/>
        </p:nvCxnSpPr>
        <p:spPr>
          <a:xfrm rot="10800000">
            <a:off x="5969000" y="3994415"/>
            <a:ext cx="3360738" cy="92102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선 22"/>
          <p:cNvCxnSpPr/>
          <p:nvPr/>
        </p:nvCxnSpPr>
        <p:spPr>
          <a:xfrm rot="5400000" flipH="1" flipV="1">
            <a:off x="3775329" y="3936918"/>
            <a:ext cx="3676930" cy="1654974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가로 글상자 17"/>
          <p:cNvSpPr txBox="1"/>
          <p:nvPr/>
        </p:nvSpPr>
        <p:spPr>
          <a:xfrm>
            <a:off x="6021760" y="2348587"/>
            <a:ext cx="4198770" cy="1154708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000"/>
              <a:t>캐릭터 뒤의 바이올랫 모양을 파란색 선처럼 디자인해줘</a:t>
            </a:r>
            <a:r>
              <a:rPr lang="en-US" altLang="ko-KR" sz="1000"/>
              <a:t>.</a:t>
            </a:r>
            <a:r>
              <a:rPr lang="ko-KR" altLang="en-US" sz="1000"/>
              <a:t> 캐릭터 뒤에 배치하는 것은 유지해줘</a:t>
            </a:r>
            <a:r>
              <a:rPr lang="en-US" altLang="ko-KR" sz="1000"/>
              <a:t>.</a:t>
            </a:r>
            <a:endParaRPr lang="en-US" altLang="ko-KR" sz="1000"/>
          </a:p>
          <a:p>
            <a:pPr lvl="0">
              <a:defRPr/>
            </a:pPr>
            <a:endParaRPr lang="ko-KR" altLang="en-US" sz="1000"/>
          </a:p>
          <a:p>
            <a:pPr lvl="0">
              <a:defRPr/>
            </a:pPr>
            <a:r>
              <a:rPr lang="en-US" altLang="ko-KR" sz="1000"/>
              <a:t>Join Us</a:t>
            </a:r>
            <a:r>
              <a:rPr lang="ko-KR" altLang="en-US" sz="1000"/>
              <a:t> 버튼은  바이올랫 색으로 윤곽과 글씨</a:t>
            </a:r>
            <a:r>
              <a:rPr lang="en-US" altLang="ko-KR" sz="1000"/>
              <a:t>,</a:t>
            </a:r>
            <a:r>
              <a:rPr lang="ko-KR" altLang="en-US" sz="1000"/>
              <a:t> 검은색으로 버튼 배경을 바꿔줘</a:t>
            </a:r>
            <a:r>
              <a:rPr lang="en-US" altLang="ko-KR" sz="1000"/>
              <a:t>.</a:t>
            </a:r>
            <a:endParaRPr lang="en-US" altLang="ko-KR" sz="1000"/>
          </a:p>
          <a:p>
            <a:pPr lvl="0">
              <a:defRPr/>
            </a:pPr>
            <a:endParaRPr lang="en-US" altLang="ko-KR" sz="1000"/>
          </a:p>
          <a:p>
            <a:pPr lvl="0">
              <a:defRPr/>
            </a:pPr>
            <a:r>
              <a:rPr lang="ko-KR" altLang="en-US" sz="1000"/>
              <a:t>버튼이 </a:t>
            </a:r>
            <a:r>
              <a:rPr lang="en-US" altLang="ko-KR" sz="1000"/>
              <a:t>hover</a:t>
            </a:r>
            <a:r>
              <a:rPr lang="ko-KR" altLang="en-US" sz="1000"/>
              <a:t>일 때는 배경을 흰 색으로 바꿔줘</a:t>
            </a:r>
            <a:r>
              <a:rPr lang="en-US" altLang="ko-KR" sz="1000"/>
              <a:t>.</a:t>
            </a:r>
            <a:endParaRPr lang="ko-KR" altLang="en-US" sz="1000"/>
          </a:p>
        </p:txBody>
      </p:sp>
      <p:cxnSp>
        <p:nvCxnSpPr>
          <p:cNvPr id="24" name="선 23"/>
          <p:cNvCxnSpPr/>
          <p:nvPr/>
        </p:nvCxnSpPr>
        <p:spPr>
          <a:xfrm rot="10800000">
            <a:off x="6441282" y="2875288"/>
            <a:ext cx="3847326" cy="1586821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선 24"/>
          <p:cNvCxnSpPr/>
          <p:nvPr/>
        </p:nvCxnSpPr>
        <p:spPr>
          <a:xfrm rot="5400000">
            <a:off x="10018549" y="3796783"/>
            <a:ext cx="935389" cy="395264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선 25"/>
          <p:cNvCxnSpPr/>
          <p:nvPr/>
        </p:nvCxnSpPr>
        <p:spPr>
          <a:xfrm rot="5400000" flipH="1" flipV="1">
            <a:off x="5364875" y="4869259"/>
            <a:ext cx="2390491" cy="1076721"/>
          </a:xfrm>
          <a:prstGeom prst="line">
            <a:avLst/>
          </a:prstGeom>
          <a:ln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선 26"/>
          <p:cNvCxnSpPr/>
          <p:nvPr/>
        </p:nvCxnSpPr>
        <p:spPr>
          <a:xfrm rot="10800000">
            <a:off x="7098480" y="4161710"/>
            <a:ext cx="3644812" cy="1513602"/>
          </a:xfrm>
          <a:prstGeom prst="line">
            <a:avLst/>
          </a:prstGeom>
          <a:ln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가로 글상자 19"/>
          <p:cNvSpPr txBox="1"/>
          <p:nvPr/>
        </p:nvSpPr>
        <p:spPr>
          <a:xfrm>
            <a:off x="7230353" y="4915430"/>
            <a:ext cx="4198770" cy="853083"/>
          </a:xfrm>
          <a:prstGeom prst="rect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000"/>
              <a:t>빈 화면은 캐릭터 뒤의 윤곽을 따라 조금 선을 투명도를 높여서 윤곽만으로 디자인해도록 해줘</a:t>
            </a:r>
            <a:r>
              <a:rPr lang="en-US" altLang="ko-KR" sz="1000"/>
              <a:t>(</a:t>
            </a:r>
            <a:r>
              <a:rPr lang="ko-KR" altLang="en-US" sz="1000"/>
              <a:t>마치 주황색 점선처럼</a:t>
            </a:r>
            <a:r>
              <a:rPr lang="en-US" altLang="ko-KR" sz="1000"/>
              <a:t>)</a:t>
            </a:r>
            <a:endParaRPr lang="en-US" altLang="ko-KR" sz="1000"/>
          </a:p>
          <a:p>
            <a:pPr lvl="0">
              <a:defRPr/>
            </a:pPr>
            <a:endParaRPr lang="en-US" altLang="ko-KR" sz="1000"/>
          </a:p>
          <a:p>
            <a:pPr lvl="0">
              <a:defRPr/>
            </a:pPr>
            <a:r>
              <a:rPr lang="ko-KR" altLang="en-US" sz="1000"/>
              <a:t>그리고 바이올랫 모양 칠해진 거에서 멀어질수록 투명도를 더 많이 높여서 표현해줘</a:t>
            </a:r>
            <a:r>
              <a:rPr lang="en-US" altLang="ko-KR" sz="1000"/>
              <a:t>.(</a:t>
            </a:r>
            <a:r>
              <a:rPr lang="ko-KR" altLang="en-US" sz="1000"/>
              <a:t>파란색 점선처럼</a:t>
            </a:r>
            <a:r>
              <a:rPr lang="en-US" altLang="ko-KR" sz="1000"/>
              <a:t>)</a:t>
            </a:r>
            <a:endParaRPr lang="en-US" altLang="ko-KR" sz="1000"/>
          </a:p>
        </p:txBody>
      </p:sp>
      <p:cxnSp>
        <p:nvCxnSpPr>
          <p:cNvPr id="31" name="화살표 9"/>
          <p:cNvCxnSpPr>
            <a:stCxn id="20" idx="0"/>
          </p:cNvCxnSpPr>
          <p:nvPr/>
        </p:nvCxnSpPr>
        <p:spPr>
          <a:xfrm rot="10800000">
            <a:off x="6826250" y="4764406"/>
            <a:ext cx="2503488" cy="15102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959299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가로 글상자 3"/>
          <p:cNvSpPr txBox="1"/>
          <p:nvPr/>
        </p:nvSpPr>
        <p:spPr>
          <a:xfrm>
            <a:off x="205015" y="204305"/>
            <a:ext cx="4710719" cy="51769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800"/>
              <a:t>이전 생성에서의 수정 </a:t>
            </a:r>
            <a:r>
              <a:rPr lang="en-US" altLang="ko-KR" sz="2800"/>
              <a:t>2</a:t>
            </a:r>
            <a:endParaRPr lang="en-US" altLang="ko-KR" sz="280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8072" y="1521030"/>
            <a:ext cx="10395856" cy="4931726"/>
          </a:xfrm>
          <a:prstGeom prst="rect">
            <a:avLst/>
          </a:prstGeom>
        </p:spPr>
      </p:pic>
      <p:cxnSp>
        <p:nvCxnSpPr>
          <p:cNvPr id="8" name="화살표 9"/>
          <p:cNvCxnSpPr>
            <a:stCxn id="10" idx="3"/>
            <a:endCxn id="9" idx="1"/>
          </p:cNvCxnSpPr>
          <p:nvPr/>
        </p:nvCxnSpPr>
        <p:spPr>
          <a:xfrm>
            <a:off x="8136195" y="4081780"/>
            <a:ext cx="2436555" cy="132641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10572750" y="4363640"/>
            <a:ext cx="607219" cy="20891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0" name="가로 글상자 9"/>
          <p:cNvSpPr txBox="1"/>
          <p:nvPr/>
        </p:nvSpPr>
        <p:spPr>
          <a:xfrm>
            <a:off x="3937425" y="3731944"/>
            <a:ext cx="4198770" cy="699672"/>
          </a:xfrm>
          <a:prstGeom prst="rect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000"/>
              <a:t>해당 앵커는 첫 페이지가 브라우저 시야에서 완전히 사라질 때 중앙에 오도록 해줘</a:t>
            </a:r>
            <a:r>
              <a:rPr lang="en-US" altLang="ko-KR" sz="1000"/>
              <a:t>.</a:t>
            </a:r>
            <a:r>
              <a:rPr lang="ko-KR" altLang="en-US" sz="1000"/>
              <a:t> 스크롤할 때마다 위치가 바뀌는 게 아니라 애초부터 그 위치로 </a:t>
            </a:r>
            <a:r>
              <a:rPr lang="en-US" altLang="ko-KR" sz="1000"/>
              <a:t>fix</a:t>
            </a:r>
            <a:r>
              <a:rPr lang="ko-KR" altLang="en-US" sz="1000"/>
              <a:t>를 해줘</a:t>
            </a:r>
            <a:r>
              <a:rPr lang="en-US" altLang="ko-KR" sz="1000"/>
              <a:t>.</a:t>
            </a:r>
            <a:r>
              <a:rPr lang="ko-KR" altLang="en-US" sz="1000"/>
              <a:t> 아래 갭쳐의 파란 네모처럼 말이야</a:t>
            </a:r>
            <a:r>
              <a:rPr lang="en-US" altLang="ko-KR" sz="1000"/>
              <a:t>.</a:t>
            </a:r>
            <a:r>
              <a:rPr lang="ko-KR" altLang="en-US" sz="1000"/>
              <a:t> 이 상황부터 해당 앵커가 나오도록 해줘</a:t>
            </a:r>
            <a:r>
              <a:rPr lang="en-US" altLang="ko-KR" sz="1000"/>
              <a:t>.</a:t>
            </a:r>
            <a:endParaRPr lang="en-US" altLang="ko-KR" sz="100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0" y="4697541"/>
            <a:ext cx="3048000" cy="142131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2" name="직사각형 11"/>
          <p:cNvSpPr/>
          <p:nvPr/>
        </p:nvSpPr>
        <p:spPr>
          <a:xfrm>
            <a:off x="7429500" y="5149849"/>
            <a:ext cx="139700" cy="67310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408028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가로 글상자 3"/>
          <p:cNvSpPr txBox="1"/>
          <p:nvPr/>
        </p:nvSpPr>
        <p:spPr>
          <a:xfrm>
            <a:off x="205015" y="204305"/>
            <a:ext cx="4710719" cy="51769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800"/>
              <a:t>Service </a:t>
            </a:r>
            <a:r>
              <a:rPr lang="ko-KR" altLang="en-US" sz="2800"/>
              <a:t>단</a:t>
            </a:r>
            <a:endParaRPr lang="ko-KR" altLang="en-US" sz="2800"/>
          </a:p>
        </p:txBody>
      </p:sp>
      <p:grpSp>
        <p:nvGrpSpPr>
          <p:cNvPr id="9" name=""/>
          <p:cNvGrpSpPr/>
          <p:nvPr/>
        </p:nvGrpSpPr>
        <p:grpSpPr>
          <a:xfrm rot="0">
            <a:off x="603249" y="1464568"/>
            <a:ext cx="10985502" cy="5048357"/>
            <a:chOff x="603249" y="1464568"/>
            <a:chExt cx="10985502" cy="5048357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2"/>
            <a:srcRect t="33670" r="10980"/>
            <a:stretch>
              <a:fillRect/>
            </a:stretch>
          </p:blipFill>
          <p:spPr>
            <a:xfrm>
              <a:off x="603249" y="3860634"/>
              <a:ext cx="10985502" cy="2652291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603249" y="1464568"/>
              <a:ext cx="10985502" cy="3928863"/>
            </a:xfrm>
            <a:prstGeom prst="rect">
              <a:avLst/>
            </a:prstGeom>
          </p:spPr>
        </p:pic>
      </p:grpSp>
      <p:sp>
        <p:nvSpPr>
          <p:cNvPr id="6" name="가로 글상자 5"/>
          <p:cNvSpPr txBox="1"/>
          <p:nvPr/>
        </p:nvSpPr>
        <p:spPr>
          <a:xfrm>
            <a:off x="1981019" y="295453"/>
            <a:ext cx="8559105" cy="769442"/>
          </a:xfrm>
          <a:prstGeom prst="rect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500"/>
              <a:t>지금 현재 브라우저 상에서는 아래처럼 다른 단이 함께 있는데</a:t>
            </a:r>
            <a:r>
              <a:rPr lang="en-US" altLang="ko-KR" sz="1500"/>
              <a:t>,</a:t>
            </a:r>
            <a:r>
              <a:rPr lang="ko-KR" altLang="en-US" sz="1500"/>
              <a:t> 각 단이 브라우저 참에 </a:t>
            </a:r>
            <a:r>
              <a:rPr lang="en-US" altLang="ko-KR" sz="1500"/>
              <a:t>full</a:t>
            </a:r>
            <a:r>
              <a:rPr lang="ko-KR" altLang="en-US" sz="1500"/>
              <a:t>로 차도록 해</a:t>
            </a:r>
            <a:r>
              <a:rPr lang="en-US" altLang="ko-KR" sz="1500"/>
              <a:t>.</a:t>
            </a:r>
            <a:endParaRPr lang="en-US" altLang="ko-KR" sz="1500"/>
          </a:p>
          <a:p>
            <a:pPr lvl="0">
              <a:defRPr/>
            </a:pPr>
            <a:endParaRPr lang="en-US" altLang="ko-KR" sz="1500"/>
          </a:p>
          <a:p>
            <a:pPr lvl="0">
              <a:defRPr/>
            </a:pPr>
            <a:r>
              <a:rPr lang="ko-KR" altLang="en-US" sz="1500"/>
              <a:t>그리고 한글 글자는 다 영어로 바꿔줘</a:t>
            </a:r>
            <a:r>
              <a:rPr lang="en-US" altLang="ko-KR" sz="1500"/>
              <a:t>.</a:t>
            </a:r>
            <a:endParaRPr lang="ko-KR" altLang="en-US" sz="1500"/>
          </a:p>
        </p:txBody>
      </p:sp>
      <p:grpSp>
        <p:nvGrpSpPr>
          <p:cNvPr id="19" name=""/>
          <p:cNvGrpSpPr/>
          <p:nvPr/>
        </p:nvGrpSpPr>
        <p:grpSpPr>
          <a:xfrm rot="0">
            <a:off x="1031875" y="2592916"/>
            <a:ext cx="9871073" cy="3831348"/>
            <a:chOff x="1031875" y="2592916"/>
            <a:chExt cx="9871073" cy="3831348"/>
          </a:xfrm>
        </p:grpSpPr>
        <p:sp>
          <p:nvSpPr>
            <p:cNvPr id="10" name="직사각형 9"/>
            <p:cNvSpPr/>
            <p:nvPr/>
          </p:nvSpPr>
          <p:spPr>
            <a:xfrm>
              <a:off x="1031875" y="2688166"/>
              <a:ext cx="3958166" cy="364066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ko-KR" altLang="en-US">
                  <a:solidFill>
                    <a:schemeClr val="tx1"/>
                  </a:solidFill>
                </a:rPr>
                <a:t>전반적 </a:t>
              </a:r>
              <a:r>
                <a:rPr lang="en-US" altLang="ko-KR">
                  <a:solidFill>
                    <a:schemeClr val="tx1"/>
                  </a:solidFill>
                </a:rPr>
                <a:t>Service</a:t>
              </a:r>
              <a:r>
                <a:rPr lang="ko-KR" altLang="en-US">
                  <a:solidFill>
                    <a:schemeClr val="tx1"/>
                  </a:solidFill>
                </a:rPr>
                <a:t>의 소개를 넣는 곳이야</a:t>
              </a:r>
              <a:r>
                <a:rPr lang="en-US" altLang="ko-KR">
                  <a:solidFill>
                    <a:schemeClr val="tx1"/>
                  </a:solidFill>
                </a:rPr>
                <a:t>.</a:t>
              </a: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  <a:p>
              <a:pPr lvl="0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What is Studio Nx?  &lt;- </a:t>
              </a:r>
              <a:r>
                <a:rPr lang="ko-KR" altLang="en-US">
                  <a:solidFill>
                    <a:schemeClr val="tx1"/>
                  </a:solidFill>
                </a:rPr>
                <a:t>제목</a:t>
              </a:r>
              <a:endParaRPr lang="ko-KR" altLang="en-US">
                <a:solidFill>
                  <a:schemeClr val="tx1"/>
                </a:solidFill>
              </a:endParaRPr>
            </a:p>
            <a:p>
              <a:pPr lvl="0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(</a:t>
              </a:r>
              <a:r>
                <a:rPr lang="ko-KR" altLang="en-US">
                  <a:solidFill>
                    <a:schemeClr val="tx1"/>
                  </a:solidFill>
                </a:rPr>
                <a:t>내용내용</a:t>
              </a:r>
              <a:r>
                <a:rPr lang="en-US" altLang="ko-KR">
                  <a:solidFill>
                    <a:schemeClr val="tx1"/>
                  </a:solidFill>
                </a:rPr>
                <a:t>)</a:t>
              </a:r>
              <a:r>
                <a:rPr lang="ko-KR" altLang="en-US">
                  <a:solidFill>
                    <a:schemeClr val="tx1"/>
                  </a:solidFill>
                </a:rPr>
                <a:t> </a:t>
              </a:r>
              <a:r>
                <a:rPr lang="en-US" altLang="ko-KR">
                  <a:solidFill>
                    <a:schemeClr val="tx1"/>
                  </a:solidFill>
                </a:rPr>
                <a:t>&lt;-</a:t>
              </a:r>
              <a:r>
                <a:rPr lang="ko-KR" altLang="en-US">
                  <a:solidFill>
                    <a:schemeClr val="tx1"/>
                  </a:solidFill>
                </a:rPr>
                <a:t> 이걸 채워줘</a:t>
              </a:r>
              <a:r>
                <a:rPr lang="en-US" altLang="ko-KR">
                  <a:solidFill>
                    <a:schemeClr val="tx1"/>
                  </a:solidFill>
                </a:rPr>
                <a:t>(</a:t>
              </a:r>
              <a:r>
                <a:rPr lang="ko-KR" altLang="en-US">
                  <a:solidFill>
                    <a:schemeClr val="tx1"/>
                  </a:solidFill>
                </a:rPr>
                <a:t>영어로</a:t>
              </a:r>
              <a:r>
                <a:rPr lang="en-US" altLang="ko-KR">
                  <a:solidFill>
                    <a:schemeClr val="tx1"/>
                  </a:solidFill>
                </a:rPr>
                <a:t>).</a:t>
              </a:r>
              <a:endParaRPr lang="en-US" altLang="ko-KR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5148790" y="2688166"/>
              <a:ext cx="5754158" cy="364066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ko-KR" altLang="en-US" sz="1300">
                  <a:solidFill>
                    <a:schemeClr val="tx1"/>
                  </a:solidFill>
                </a:rPr>
                <a:t>추천하는 대상을 넣는 곳으로</a:t>
              </a:r>
              <a:r>
                <a:rPr lang="en-US" altLang="ko-KR" sz="1300">
                  <a:solidFill>
                    <a:schemeClr val="tx1"/>
                  </a:solidFill>
                </a:rPr>
                <a:t>,</a:t>
              </a:r>
              <a:r>
                <a:rPr lang="ko-KR" altLang="en-US" sz="1300">
                  <a:solidFill>
                    <a:schemeClr val="tx1"/>
                  </a:solidFill>
                </a:rPr>
                <a:t> 사용자 페르소나에 나온 내용을 바탕으로 해줘</a:t>
              </a:r>
              <a:r>
                <a:rPr lang="en-US" altLang="ko-KR" sz="1300">
                  <a:solidFill>
                    <a:schemeClr val="tx1"/>
                  </a:solidFill>
                </a:rPr>
                <a:t>.</a:t>
              </a:r>
              <a:r>
                <a:rPr lang="ko-KR" altLang="en-US">
                  <a:solidFill>
                    <a:schemeClr val="tx1"/>
                  </a:solidFill>
                </a:rPr>
                <a:t> </a:t>
              </a:r>
              <a:endParaRPr lang="ko-KR" altLang="en-US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  <a:p>
              <a:pPr lvl="0">
                <a:defRPr/>
              </a:pPr>
              <a:r>
                <a:rPr lang="en-US" altLang="ko-KR" sz="1400">
                  <a:solidFill>
                    <a:schemeClr val="tx1"/>
                  </a:solidFill>
                </a:rPr>
                <a:t>(</a:t>
              </a:r>
              <a:r>
                <a:rPr lang="ko-KR" altLang="en-US" sz="1400">
                  <a:solidFill>
                    <a:schemeClr val="tx1"/>
                  </a:solidFill>
                </a:rPr>
                <a:t>적절한 제목 </a:t>
              </a:r>
              <a:r>
                <a:rPr lang="en-US" altLang="ko-KR" sz="1400">
                  <a:solidFill>
                    <a:schemeClr val="tx1"/>
                  </a:solidFill>
                </a:rPr>
                <a:t>-</a:t>
              </a:r>
              <a:r>
                <a:rPr lang="ko-KR" altLang="en-US" sz="1400">
                  <a:solidFill>
                    <a:schemeClr val="tx1"/>
                  </a:solidFill>
                </a:rPr>
                <a:t> </a:t>
              </a:r>
              <a:r>
                <a:rPr lang="en-US" altLang="ko-KR" sz="1400">
                  <a:solidFill>
                    <a:schemeClr val="tx1"/>
                  </a:solidFill>
                </a:rPr>
                <a:t>Recommand</a:t>
              </a:r>
              <a:r>
                <a:rPr lang="ko-KR" altLang="en-US" sz="1400">
                  <a:solidFill>
                    <a:schemeClr val="tx1"/>
                  </a:solidFill>
                </a:rPr>
                <a:t> 비슷한 느낌</a:t>
              </a:r>
              <a:r>
                <a:rPr lang="en-US" altLang="ko-KR" sz="1400">
                  <a:solidFill>
                    <a:schemeClr val="tx1"/>
                  </a:solidFill>
                </a:rPr>
                <a:t>?)</a:t>
              </a:r>
              <a:r>
                <a:rPr lang="ko-KR" altLang="en-US" sz="1400">
                  <a:solidFill>
                    <a:schemeClr val="tx1"/>
                  </a:solidFill>
                </a:rPr>
                <a:t> </a:t>
              </a:r>
              <a:r>
                <a:rPr lang="en-US" altLang="ko-KR" sz="1400">
                  <a:solidFill>
                    <a:schemeClr val="tx1"/>
                  </a:solidFill>
                </a:rPr>
                <a:t>-&gt;</a:t>
              </a:r>
              <a:r>
                <a:rPr lang="ko-KR" altLang="en-US" sz="1400">
                  <a:solidFill>
                    <a:schemeClr val="tx1"/>
                  </a:solidFill>
                </a:rPr>
                <a:t> 아래의 박스는 소제목과 내용으로 구성해줘</a:t>
              </a:r>
              <a:r>
                <a:rPr lang="en-US" altLang="ko-KR" sz="1400">
                  <a:solidFill>
                    <a:schemeClr val="tx1"/>
                  </a:solidFill>
                </a:rPr>
                <a:t>(</a:t>
              </a:r>
              <a:r>
                <a:rPr lang="ko-KR" altLang="en-US" sz="1400">
                  <a:solidFill>
                    <a:schemeClr val="tx1"/>
                  </a:solidFill>
                </a:rPr>
                <a:t>왼쪽의 전반적 </a:t>
              </a:r>
              <a:r>
                <a:rPr lang="en-US" altLang="ko-KR" sz="1400">
                  <a:solidFill>
                    <a:schemeClr val="tx1"/>
                  </a:solidFill>
                </a:rPr>
                <a:t>Service</a:t>
              </a:r>
              <a:r>
                <a:rPr lang="ko-KR" altLang="en-US" sz="1400">
                  <a:solidFill>
                    <a:schemeClr val="tx1"/>
                  </a:solidFill>
                </a:rPr>
                <a:t> 소개를 넣을 때 방식처럼</a:t>
              </a:r>
              <a:r>
                <a:rPr lang="en-US" altLang="ko-KR" sz="1400">
                  <a:solidFill>
                    <a:schemeClr val="tx1"/>
                  </a:solidFill>
                </a:rPr>
                <a:t>)</a:t>
              </a:r>
              <a:endParaRPr lang="en-US" altLang="ko-KR" sz="1400">
                <a:solidFill>
                  <a:schemeClr val="tx1"/>
                </a:solidFill>
              </a:endParaRPr>
            </a:p>
            <a:p>
              <a:pPr lvl="0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>
                <a:defRPr/>
              </a:pPr>
              <a:endParaRPr lang="en-US" altLang="ko-KR">
                <a:solidFill>
                  <a:schemeClr val="tx1"/>
                </a:solidFill>
              </a:endParaRPr>
            </a:p>
          </p:txBody>
        </p:sp>
        <p:cxnSp>
          <p:nvCxnSpPr>
            <p:cNvPr id="12" name="선 11"/>
            <p:cNvCxnSpPr/>
            <p:nvPr/>
          </p:nvCxnSpPr>
          <p:spPr>
            <a:xfrm rot="16200000" flipH="1">
              <a:off x="3153518" y="4508590"/>
              <a:ext cx="3831348" cy="0"/>
            </a:xfrm>
            <a:prstGeom prst="line">
              <a:avLst/>
            </a:prstGeom>
            <a:ln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선 12"/>
            <p:cNvCxnSpPr/>
            <p:nvPr/>
          </p:nvCxnSpPr>
          <p:spPr>
            <a:xfrm rot="16200000" flipH="1">
              <a:off x="5792115" y="4925244"/>
              <a:ext cx="2627358" cy="0"/>
            </a:xfrm>
            <a:prstGeom prst="line">
              <a:avLst/>
            </a:prstGeom>
            <a:ln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선 13"/>
            <p:cNvCxnSpPr/>
            <p:nvPr/>
          </p:nvCxnSpPr>
          <p:spPr>
            <a:xfrm rot="16200000" flipH="1">
              <a:off x="7631643" y="4925243"/>
              <a:ext cx="2627358" cy="0"/>
            </a:xfrm>
            <a:prstGeom prst="line">
              <a:avLst/>
            </a:prstGeom>
            <a:ln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5442816" y="3666066"/>
              <a:ext cx="1486427" cy="257285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en-US" altLang="ko-KR" sz="1300">
                  <a:solidFill>
                    <a:schemeClr val="tx1"/>
                  </a:solidFill>
                </a:rPr>
                <a:t>1</a:t>
              </a:r>
              <a:endParaRPr lang="en-US" altLang="ko-KR" sz="130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7291868" y="3666066"/>
              <a:ext cx="1486427" cy="257285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en-US" altLang="ko-KR" sz="1300">
                  <a:solidFill>
                    <a:schemeClr val="tx1"/>
                  </a:solidFill>
                </a:rPr>
                <a:t>2</a:t>
              </a:r>
              <a:endParaRPr lang="en-US" altLang="ko-KR" sz="130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9133804" y="3666066"/>
              <a:ext cx="1486427" cy="257285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en-US" altLang="ko-KR" sz="1300">
                  <a:solidFill>
                    <a:schemeClr val="tx1"/>
                  </a:solidFill>
                </a:rPr>
                <a:t>3</a:t>
              </a:r>
              <a:endParaRPr lang="en-US" altLang="ko-KR" sz="13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533843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163</ep:Words>
  <ep:PresentationFormat>화면 슬라이드 쇼(4:3)</ep:PresentationFormat>
  <ep:Paragraphs>17</ep:Paragraphs>
  <ep:Slides>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한컴오피스</vt:lpstr>
      <vt:lpstr>슬라이드 1</vt:lpstr>
      <vt:lpstr>슬라이드 2</vt:lpstr>
      <vt:lpstr>슬라이드 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2026-10-02T01:51:37.411</dcterms:created>
  <dc:creator>User</dc:creator>
  <cp:lastModifiedBy>User</cp:lastModifiedBy>
  <dcterms:modified xsi:type="dcterms:W3CDTF">2026-10-02T04:13:08.764</dcterms:modified>
  <cp:revision>10</cp:revision>
  <cp:version>13.0.0.711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