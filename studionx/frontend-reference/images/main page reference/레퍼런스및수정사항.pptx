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firstSlideNum="2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569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90000"/>
  </p:normalViewPr>
  <p:slideViewPr>
    <p:cSldViewPr snapToGrid="0" snapToObjects="1">
      <p:cViewPr>
        <p:scale>
          <a:sx n="80" d="100"/>
          <a:sy n="8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40A130E-E3B8-4EBE-931F-81B26B8448AA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800C6A38-4290-41DD-B95C-4155372FD4A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4953836A-82A3-4C8B-9D31-CD724F3673ED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D2EBAF6-36D0-4DD8-B695-D4C1B37E35D6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1265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632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569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506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44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60728D28-603B-4EFC-80F8-17E5E9107035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885"/>
            </a:lvl1pPr>
            <a:lvl2pPr>
              <a:defRPr sz="759"/>
            </a:lvl2pPr>
            <a:lvl3pPr>
              <a:defRPr sz="632"/>
            </a:lvl3pPr>
            <a:lvl4pPr>
              <a:defRPr sz="569"/>
            </a:lvl4pPr>
            <a:lvl5pPr>
              <a:defRPr sz="569"/>
            </a:lvl5pPr>
            <a:lvl6pPr>
              <a:defRPr sz="569"/>
            </a:lvl6pPr>
            <a:lvl7pPr>
              <a:defRPr sz="569"/>
            </a:lvl7pPr>
            <a:lvl8pPr>
              <a:defRPr sz="569"/>
            </a:lvl8pPr>
            <a:lvl9pPr>
              <a:defRPr sz="885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885"/>
            </a:lvl1pPr>
            <a:lvl2pPr>
              <a:defRPr sz="759"/>
            </a:lvl2pPr>
            <a:lvl3pPr>
              <a:defRPr sz="632"/>
            </a:lvl3pPr>
            <a:lvl4pPr>
              <a:defRPr sz="569"/>
            </a:lvl4pPr>
            <a:lvl5pPr>
              <a:defRPr sz="569"/>
            </a:lvl5pPr>
            <a:lvl6pPr>
              <a:defRPr sz="569"/>
            </a:lvl6pPr>
            <a:lvl7pPr>
              <a:defRPr sz="569"/>
            </a:lvl7pPr>
            <a:lvl8pPr>
              <a:defRPr sz="569"/>
            </a:lvl8pPr>
            <a:lvl9pPr>
              <a:defRPr sz="885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A27A1F4E-0809-4239-8034-C38E431DAF92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E0DA496-7307-4E8B-88DE-CB97B48BAB6F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>
              <a:defRPr/>
            </a:pPr>
            <a:r>
              <a:rPr lang="ko-KR" altLang="en-US"/>
              <a:t>표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8721E90-850C-410B-8B89-8394F580CFDA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759"/>
            </a:lvl1pPr>
            <a:lvl2pPr>
              <a:defRPr sz="632"/>
            </a:lvl2pPr>
            <a:lvl3pPr>
              <a:defRPr sz="569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759"/>
            </a:lvl1pPr>
            <a:lvl2pPr>
              <a:defRPr sz="632"/>
            </a:lvl2pPr>
            <a:lvl3pPr>
              <a:defRPr sz="569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759"/>
            </a:lvl1pPr>
            <a:lvl2pPr>
              <a:defRPr sz="632"/>
            </a:lvl2pPr>
            <a:lvl3pPr>
              <a:defRPr sz="569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759"/>
            </a:lvl1pPr>
            <a:lvl2pPr>
              <a:defRPr sz="632"/>
            </a:lvl2pPr>
            <a:lvl3pPr>
              <a:defRPr sz="569"/>
            </a:lvl3pPr>
            <a:lvl4pPr>
              <a:defRPr sz="506"/>
            </a:lvl4pPr>
            <a:lvl5pPr>
              <a:defRPr sz="506"/>
            </a:lvl5pPr>
            <a:lvl6pPr>
              <a:defRPr sz="506"/>
            </a:lvl6pPr>
            <a:lvl7pPr>
              <a:defRPr sz="506"/>
            </a:lvl7pPr>
            <a:lvl8pPr>
              <a:defRPr sz="506"/>
            </a:lvl8pPr>
            <a:lvl9pPr>
              <a:defRPr sz="506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632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1012"/>
            </a:lvl1pPr>
            <a:lvl2pPr marL="457200" indent="0">
              <a:buNone/>
              <a:defRPr sz="885"/>
            </a:lvl2pPr>
            <a:lvl3pPr marL="914400" indent="0">
              <a:buNone/>
              <a:defRPr sz="759"/>
            </a:lvl3pPr>
            <a:lvl4pPr marL="1371600" indent="0">
              <a:buNone/>
              <a:defRPr sz="632"/>
            </a:lvl4pPr>
            <a:lvl5pPr marL="1828800" indent="0">
              <a:buNone/>
              <a:defRPr sz="632"/>
            </a:lvl5pPr>
            <a:lvl6pPr marL="2286000" indent="0">
              <a:buNone/>
              <a:defRPr sz="632"/>
            </a:lvl6pPr>
            <a:lvl7pPr marL="2743200" indent="0">
              <a:buNone/>
              <a:defRPr sz="632"/>
            </a:lvl7pPr>
            <a:lvl8pPr marL="3200400" indent="0">
              <a:buNone/>
              <a:defRPr sz="632"/>
            </a:lvl8pPr>
            <a:lvl9pPr marL="3657600" indent="0">
              <a:buNone/>
              <a:defRPr sz="632"/>
            </a:lvl9pPr>
          </a:lstStyle>
          <a:p>
            <a:pPr lvl="0">
              <a:defRPr/>
            </a:pPr>
            <a:r>
              <a:rPr lang="ko-KR" altLang="en-US"/>
              <a:t>그림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442"/>
            </a:lvl1pPr>
            <a:lvl2pPr marL="457200" indent="0">
              <a:buNone/>
              <a:defRPr sz="379"/>
            </a:lvl2pPr>
            <a:lvl3pPr marL="914400" indent="0">
              <a:buNone/>
              <a:defRPr sz="316"/>
            </a:lvl3pPr>
            <a:lvl4pPr marL="1371600" indent="0">
              <a:buNone/>
              <a:defRPr sz="284"/>
            </a:lvl4pPr>
            <a:lvl5pPr marL="1828800" indent="0">
              <a:buNone/>
              <a:defRPr sz="284"/>
            </a:lvl5pPr>
            <a:lvl6pPr marL="2286000" indent="0">
              <a:buNone/>
              <a:defRPr sz="284"/>
            </a:lvl6pPr>
            <a:lvl7pPr marL="2743200" indent="0">
              <a:buNone/>
              <a:defRPr sz="284"/>
            </a:lvl7pPr>
            <a:lvl8pPr marL="3200400" indent="0">
              <a:buNone/>
              <a:defRPr sz="284"/>
            </a:lvl8pPr>
            <a:lvl9pPr marL="3657600" indent="0">
              <a:buNone/>
              <a:defRPr sz="284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5ACE7E28-9336-4363-8674-B91477D8F243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1392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CA348888-F454-4AD2-BA62-3AF29D9807C0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759"/>
            </a:lvl1pPr>
          </a:lstStyle>
          <a:p>
            <a:pPr lvl="0">
              <a:defRPr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6FEC12-A4C9-4837-AF94-AD867782C04C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957F84A3-4F29-4053-ACFD-1BAF2D3F140C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2026-10-02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37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1392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1012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885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759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632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632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632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632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632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63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56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Relationship Id="rId3" Type="http://schemas.openxmlformats.org/officeDocument/2006/relationships/image" Target="../media/image1.png"  /><Relationship Id="rId4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58910"/>
          <a:stretch>
            <a:fillRect/>
          </a:stretch>
        </p:blipFill>
        <p:spPr>
          <a:xfrm>
            <a:off x="420683" y="840051"/>
            <a:ext cx="3438726" cy="5679837"/>
          </a:xfrm>
          <a:prstGeom prst="rect">
            <a:avLst/>
          </a:prstGeom>
        </p:spPr>
      </p:pic>
      <p:sp>
        <p:nvSpPr>
          <p:cNvPr id="6" name="가로 글상자 5"/>
          <p:cNvSpPr txBox="1"/>
          <p:nvPr/>
        </p:nvSpPr>
        <p:spPr>
          <a:xfrm>
            <a:off x="205015" y="204305"/>
            <a:ext cx="2601612" cy="5200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ko-KR" altLang="en-US" sz="2800"/>
              <a:t>전체 </a:t>
            </a:r>
            <a:r>
              <a:rPr lang="en-US" altLang="ko-KR" sz="2800"/>
              <a:t>reference</a:t>
            </a:r>
            <a:endParaRPr lang="en-US" altLang="ko-KR" sz="280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rcRect t="41090" b="21700"/>
          <a:stretch>
            <a:fillRect/>
          </a:stretch>
        </p:blipFill>
        <p:spPr>
          <a:xfrm>
            <a:off x="4152371" y="840052"/>
            <a:ext cx="3438726" cy="5143499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4"/>
          <a:srcRect t="76830" b="-2240"/>
          <a:stretch>
            <a:fillRect/>
          </a:stretch>
        </p:blipFill>
        <p:spPr>
          <a:xfrm>
            <a:off x="7884061" y="840052"/>
            <a:ext cx="3438726" cy="3512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159843"/>
      </p:ext>
    </p:extLst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05015" y="204305"/>
            <a:ext cx="4030363" cy="5200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800"/>
              <a:t>main -&gt; first -&gt; reference</a:t>
            </a:r>
            <a:endParaRPr lang="en-US" altLang="ko-KR" sz="28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88160"/>
          <a:stretch>
            <a:fillRect/>
          </a:stretch>
        </p:blipFill>
        <p:spPr>
          <a:xfrm>
            <a:off x="130777" y="959115"/>
            <a:ext cx="11930444" cy="56798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가로 글상자 3"/>
          <p:cNvSpPr txBox="1"/>
          <p:nvPr/>
        </p:nvSpPr>
        <p:spPr>
          <a:xfrm>
            <a:off x="205015" y="204305"/>
            <a:ext cx="4030363" cy="52007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2800"/>
              <a:t>main -&gt; first -&gt; </a:t>
            </a:r>
            <a:r>
              <a:rPr lang="ko-KR" altLang="en-US" sz="2800"/>
              <a:t>수정 사항</a:t>
            </a:r>
            <a:endParaRPr lang="ko-KR" altLang="en-US" sz="280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2"/>
          <a:srcRect b="88160"/>
          <a:stretch>
            <a:fillRect/>
          </a:stretch>
        </p:blipFill>
        <p:spPr>
          <a:xfrm>
            <a:off x="130777" y="959115"/>
            <a:ext cx="11930444" cy="5679837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392906" y="1160859"/>
            <a:ext cx="2095500" cy="69056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57645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13</ep:Words>
  <ep:PresentationFormat>와이드스크린(16:9)</ep:PresentationFormat>
  <ep:Paragraphs>4</ep:Paragraphs>
  <ep:Slides>3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ep:HeadingPairs>
  <ep:TitlesOfParts>
    <vt:vector size="4" baseType="lpstr">
      <vt:lpstr>한컴오피스</vt:lpstr>
      <vt:lpstr>슬라이드 1</vt:lpstr>
      <vt:lpstr>슬라이드 2</vt:lpstr>
      <vt:lpstr>슬라이드 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2026-10-01T23:22:39.563</dcterms:created>
  <dc:creator>User</dc:creator>
  <cp:lastModifiedBy>User</cp:lastModifiedBy>
  <dcterms:modified xsi:type="dcterms:W3CDTF">2026-10-01T23:32:53.657</dcterms:modified>
  <cp:revision>2</cp:revision>
  <cp:version>13.0.0.711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